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6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766AAE-4B1F-4819-87F0-1E833E4516C2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95AA42E-CEA0-4F2A-AE76-BDEC148DDD9B}">
      <dgm:prSet/>
      <dgm:spPr/>
      <dgm:t>
        <a:bodyPr/>
        <a:lstStyle/>
        <a:p>
          <a:r>
            <a:rPr lang="en-US"/>
            <a:t>• MVVM + Repository</a:t>
          </a:r>
        </a:p>
      </dgm:t>
    </dgm:pt>
    <dgm:pt modelId="{CCDFA907-753A-4B1E-8ED2-A04DCB899187}" type="parTrans" cxnId="{5A85D284-3794-4AA6-B6CE-08596C5C9A60}">
      <dgm:prSet/>
      <dgm:spPr/>
      <dgm:t>
        <a:bodyPr/>
        <a:lstStyle/>
        <a:p>
          <a:endParaRPr lang="en-US"/>
        </a:p>
      </dgm:t>
    </dgm:pt>
    <dgm:pt modelId="{068F79A0-1A3D-47BC-91FF-4B56781B2E20}" type="sibTrans" cxnId="{5A85D284-3794-4AA6-B6CE-08596C5C9A60}">
      <dgm:prSet/>
      <dgm:spPr/>
      <dgm:t>
        <a:bodyPr/>
        <a:lstStyle/>
        <a:p>
          <a:endParaRPr lang="en-US"/>
        </a:p>
      </dgm:t>
    </dgm:pt>
    <dgm:pt modelId="{93571AC3-8229-4B9E-A520-2555E9CFBDD4}">
      <dgm:prSet/>
      <dgm:spPr/>
      <dgm:t>
        <a:bodyPr/>
        <a:lstStyle/>
        <a:p>
          <a:r>
            <a:rPr lang="en-US"/>
            <a:t>• Room Database (Tip Entity, TipDao, TipRepository)</a:t>
          </a:r>
        </a:p>
      </dgm:t>
    </dgm:pt>
    <dgm:pt modelId="{13464616-3A18-4CA1-858E-77692ADB0205}" type="parTrans" cxnId="{40002C1B-8EFD-49BA-AF43-D75B3A45AB61}">
      <dgm:prSet/>
      <dgm:spPr/>
      <dgm:t>
        <a:bodyPr/>
        <a:lstStyle/>
        <a:p>
          <a:endParaRPr lang="en-US"/>
        </a:p>
      </dgm:t>
    </dgm:pt>
    <dgm:pt modelId="{803E4BA8-C88B-4F74-BA08-C56527911B4A}" type="sibTrans" cxnId="{40002C1B-8EFD-49BA-AF43-D75B3A45AB61}">
      <dgm:prSet/>
      <dgm:spPr/>
      <dgm:t>
        <a:bodyPr/>
        <a:lstStyle/>
        <a:p>
          <a:endParaRPr lang="en-US"/>
        </a:p>
      </dgm:t>
    </dgm:pt>
    <dgm:pt modelId="{6D2D3F11-C4B1-4038-95C8-6820E0DF2A55}">
      <dgm:prSet/>
      <dgm:spPr/>
      <dgm:t>
        <a:bodyPr/>
        <a:lstStyle/>
        <a:p>
          <a:r>
            <a:rPr lang="en-US"/>
            <a:t>• Activities: Home, Add Tip, Daily Summary</a:t>
          </a:r>
        </a:p>
      </dgm:t>
    </dgm:pt>
    <dgm:pt modelId="{B56494E2-81DE-4E56-AE3C-6703267667E7}" type="parTrans" cxnId="{2352FCA3-FC09-45A4-B069-032C38AEBB65}">
      <dgm:prSet/>
      <dgm:spPr/>
      <dgm:t>
        <a:bodyPr/>
        <a:lstStyle/>
        <a:p>
          <a:endParaRPr lang="en-US"/>
        </a:p>
      </dgm:t>
    </dgm:pt>
    <dgm:pt modelId="{DD41E162-E34E-4A5D-9500-AFC6C71EF23C}" type="sibTrans" cxnId="{2352FCA3-FC09-45A4-B069-032C38AEBB65}">
      <dgm:prSet/>
      <dgm:spPr/>
      <dgm:t>
        <a:bodyPr/>
        <a:lstStyle/>
        <a:p>
          <a:endParaRPr lang="en-US"/>
        </a:p>
      </dgm:t>
    </dgm:pt>
    <dgm:pt modelId="{CC6DB23A-C051-4615-90F6-2A8F952CB679}">
      <dgm:prSet/>
      <dgm:spPr/>
      <dgm:t>
        <a:bodyPr/>
        <a:lstStyle/>
        <a:p>
          <a:r>
            <a:rPr lang="en-US"/>
            <a:t>• ViewModel-и: HomeViewModel, AddTipViewModel, DailySummaryViewModel</a:t>
          </a:r>
        </a:p>
      </dgm:t>
    </dgm:pt>
    <dgm:pt modelId="{4D7DB21A-0C78-45C5-8D44-2E140DA170B2}" type="parTrans" cxnId="{249CBECB-478F-4491-A53B-8ECACD803369}">
      <dgm:prSet/>
      <dgm:spPr/>
      <dgm:t>
        <a:bodyPr/>
        <a:lstStyle/>
        <a:p>
          <a:endParaRPr lang="en-US"/>
        </a:p>
      </dgm:t>
    </dgm:pt>
    <dgm:pt modelId="{CF65B7E6-FDD2-4C28-8AD9-013915C0F7CC}" type="sibTrans" cxnId="{249CBECB-478F-4491-A53B-8ECACD803369}">
      <dgm:prSet/>
      <dgm:spPr/>
      <dgm:t>
        <a:bodyPr/>
        <a:lstStyle/>
        <a:p>
          <a:endParaRPr lang="en-US"/>
        </a:p>
      </dgm:t>
    </dgm:pt>
    <dgm:pt modelId="{9E5A08C5-5670-4952-928D-97D823BDBDDD}">
      <dgm:prSet/>
      <dgm:spPr/>
      <dgm:t>
        <a:bodyPr/>
        <a:lstStyle/>
        <a:p>
          <a:r>
            <a:rPr lang="en-US"/>
            <a:t>• Автоматично обновяване чрез LiveData &amp; Flow</a:t>
          </a:r>
        </a:p>
      </dgm:t>
    </dgm:pt>
    <dgm:pt modelId="{0DEC8669-9DD1-4374-B63E-C7AD67D3A868}" type="parTrans" cxnId="{A715C163-0364-4C95-880E-F320EDD74466}">
      <dgm:prSet/>
      <dgm:spPr/>
      <dgm:t>
        <a:bodyPr/>
        <a:lstStyle/>
        <a:p>
          <a:endParaRPr lang="en-US"/>
        </a:p>
      </dgm:t>
    </dgm:pt>
    <dgm:pt modelId="{2ED8CF63-1E17-444E-B268-6A33447961A1}" type="sibTrans" cxnId="{A715C163-0364-4C95-880E-F320EDD74466}">
      <dgm:prSet/>
      <dgm:spPr/>
      <dgm:t>
        <a:bodyPr/>
        <a:lstStyle/>
        <a:p>
          <a:endParaRPr lang="en-US"/>
        </a:p>
      </dgm:t>
    </dgm:pt>
    <dgm:pt modelId="{D365C436-BBC6-4655-9082-E633778D68D7}" type="pres">
      <dgm:prSet presAssocID="{17766AAE-4B1F-4819-87F0-1E833E4516C2}" presName="linear" presStyleCnt="0">
        <dgm:presLayoutVars>
          <dgm:animLvl val="lvl"/>
          <dgm:resizeHandles val="exact"/>
        </dgm:presLayoutVars>
      </dgm:prSet>
      <dgm:spPr/>
    </dgm:pt>
    <dgm:pt modelId="{A03CC54E-6989-462F-AAF5-E29E15A9867A}" type="pres">
      <dgm:prSet presAssocID="{495AA42E-CEA0-4F2A-AE76-BDEC148DDD9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EA4D7A8-35B0-45D9-820C-B8926008F2C3}" type="pres">
      <dgm:prSet presAssocID="{068F79A0-1A3D-47BC-91FF-4B56781B2E20}" presName="spacer" presStyleCnt="0"/>
      <dgm:spPr/>
    </dgm:pt>
    <dgm:pt modelId="{15A247BD-6929-4F9F-BC2B-4D79CB29AFBE}" type="pres">
      <dgm:prSet presAssocID="{93571AC3-8229-4B9E-A520-2555E9CFBDD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4D8B74C-EC3D-475C-9945-3A213C710A5D}" type="pres">
      <dgm:prSet presAssocID="{803E4BA8-C88B-4F74-BA08-C56527911B4A}" presName="spacer" presStyleCnt="0"/>
      <dgm:spPr/>
    </dgm:pt>
    <dgm:pt modelId="{D83C983C-5B20-41A5-99A7-46E5397B7205}" type="pres">
      <dgm:prSet presAssocID="{6D2D3F11-C4B1-4038-95C8-6820E0DF2A5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0673B07-CEF5-4203-9742-5DB53C563C42}" type="pres">
      <dgm:prSet presAssocID="{DD41E162-E34E-4A5D-9500-AFC6C71EF23C}" presName="spacer" presStyleCnt="0"/>
      <dgm:spPr/>
    </dgm:pt>
    <dgm:pt modelId="{102E0F8E-08B5-462C-9A76-955406ED52DF}" type="pres">
      <dgm:prSet presAssocID="{CC6DB23A-C051-4615-90F6-2A8F952CB67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45FFE9E-C73E-4665-A7E1-C8F6F09E4BCA}" type="pres">
      <dgm:prSet presAssocID="{CF65B7E6-FDD2-4C28-8AD9-013915C0F7CC}" presName="spacer" presStyleCnt="0"/>
      <dgm:spPr/>
    </dgm:pt>
    <dgm:pt modelId="{0E1B0226-9D64-4FF6-8387-2038B1C6F8CF}" type="pres">
      <dgm:prSet presAssocID="{9E5A08C5-5670-4952-928D-97D823BDBDD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9FFD308-843B-4FED-9D40-54E6A31D98C9}" type="presOf" srcId="{9E5A08C5-5670-4952-928D-97D823BDBDDD}" destId="{0E1B0226-9D64-4FF6-8387-2038B1C6F8CF}" srcOrd="0" destOrd="0" presId="urn:microsoft.com/office/officeart/2005/8/layout/vList2"/>
    <dgm:cxn modelId="{40002C1B-8EFD-49BA-AF43-D75B3A45AB61}" srcId="{17766AAE-4B1F-4819-87F0-1E833E4516C2}" destId="{93571AC3-8229-4B9E-A520-2555E9CFBDD4}" srcOrd="1" destOrd="0" parTransId="{13464616-3A18-4CA1-858E-77692ADB0205}" sibTransId="{803E4BA8-C88B-4F74-BA08-C56527911B4A}"/>
    <dgm:cxn modelId="{A715C163-0364-4C95-880E-F320EDD74466}" srcId="{17766AAE-4B1F-4819-87F0-1E833E4516C2}" destId="{9E5A08C5-5670-4952-928D-97D823BDBDDD}" srcOrd="4" destOrd="0" parTransId="{0DEC8669-9DD1-4374-B63E-C7AD67D3A868}" sibTransId="{2ED8CF63-1E17-444E-B268-6A33447961A1}"/>
    <dgm:cxn modelId="{29816868-C4B7-40A1-A07E-287BEC6EAA43}" type="presOf" srcId="{17766AAE-4B1F-4819-87F0-1E833E4516C2}" destId="{D365C436-BBC6-4655-9082-E633778D68D7}" srcOrd="0" destOrd="0" presId="urn:microsoft.com/office/officeart/2005/8/layout/vList2"/>
    <dgm:cxn modelId="{5A85D284-3794-4AA6-B6CE-08596C5C9A60}" srcId="{17766AAE-4B1F-4819-87F0-1E833E4516C2}" destId="{495AA42E-CEA0-4F2A-AE76-BDEC148DDD9B}" srcOrd="0" destOrd="0" parTransId="{CCDFA907-753A-4B1E-8ED2-A04DCB899187}" sibTransId="{068F79A0-1A3D-47BC-91FF-4B56781B2E20}"/>
    <dgm:cxn modelId="{4BD09D9A-BC4A-473E-A1D3-8E0E8F75EC97}" type="presOf" srcId="{CC6DB23A-C051-4615-90F6-2A8F952CB679}" destId="{102E0F8E-08B5-462C-9A76-955406ED52DF}" srcOrd="0" destOrd="0" presId="urn:microsoft.com/office/officeart/2005/8/layout/vList2"/>
    <dgm:cxn modelId="{2352FCA3-FC09-45A4-B069-032C38AEBB65}" srcId="{17766AAE-4B1F-4819-87F0-1E833E4516C2}" destId="{6D2D3F11-C4B1-4038-95C8-6820E0DF2A55}" srcOrd="2" destOrd="0" parTransId="{B56494E2-81DE-4E56-AE3C-6703267667E7}" sibTransId="{DD41E162-E34E-4A5D-9500-AFC6C71EF23C}"/>
    <dgm:cxn modelId="{6D8A1AB3-45D7-4FD3-A7A5-93126103EDF2}" type="presOf" srcId="{6D2D3F11-C4B1-4038-95C8-6820E0DF2A55}" destId="{D83C983C-5B20-41A5-99A7-46E5397B7205}" srcOrd="0" destOrd="0" presId="urn:microsoft.com/office/officeart/2005/8/layout/vList2"/>
    <dgm:cxn modelId="{249CBECB-478F-4491-A53B-8ECACD803369}" srcId="{17766AAE-4B1F-4819-87F0-1E833E4516C2}" destId="{CC6DB23A-C051-4615-90F6-2A8F952CB679}" srcOrd="3" destOrd="0" parTransId="{4D7DB21A-0C78-45C5-8D44-2E140DA170B2}" sibTransId="{CF65B7E6-FDD2-4C28-8AD9-013915C0F7CC}"/>
    <dgm:cxn modelId="{A6D576DF-06D6-42E0-A9CA-19C11431F7D1}" type="presOf" srcId="{93571AC3-8229-4B9E-A520-2555E9CFBDD4}" destId="{15A247BD-6929-4F9F-BC2B-4D79CB29AFBE}" srcOrd="0" destOrd="0" presId="urn:microsoft.com/office/officeart/2005/8/layout/vList2"/>
    <dgm:cxn modelId="{CE7767F4-6E78-4FD7-87A8-E40C12236CFF}" type="presOf" srcId="{495AA42E-CEA0-4F2A-AE76-BDEC148DDD9B}" destId="{A03CC54E-6989-462F-AAF5-E29E15A9867A}" srcOrd="0" destOrd="0" presId="urn:microsoft.com/office/officeart/2005/8/layout/vList2"/>
    <dgm:cxn modelId="{FBC138F2-E6C1-4AE5-9434-99EB710DF847}" type="presParOf" srcId="{D365C436-BBC6-4655-9082-E633778D68D7}" destId="{A03CC54E-6989-462F-AAF5-E29E15A9867A}" srcOrd="0" destOrd="0" presId="urn:microsoft.com/office/officeart/2005/8/layout/vList2"/>
    <dgm:cxn modelId="{71D92345-8B17-4AD2-A092-59964E77681C}" type="presParOf" srcId="{D365C436-BBC6-4655-9082-E633778D68D7}" destId="{6EA4D7A8-35B0-45D9-820C-B8926008F2C3}" srcOrd="1" destOrd="0" presId="urn:microsoft.com/office/officeart/2005/8/layout/vList2"/>
    <dgm:cxn modelId="{458F0B79-E30F-425A-91F0-98C84C787776}" type="presParOf" srcId="{D365C436-BBC6-4655-9082-E633778D68D7}" destId="{15A247BD-6929-4F9F-BC2B-4D79CB29AFBE}" srcOrd="2" destOrd="0" presId="urn:microsoft.com/office/officeart/2005/8/layout/vList2"/>
    <dgm:cxn modelId="{34CCE25F-26E9-4B9E-B5E1-6A16EA41CBB3}" type="presParOf" srcId="{D365C436-BBC6-4655-9082-E633778D68D7}" destId="{24D8B74C-EC3D-475C-9945-3A213C710A5D}" srcOrd="3" destOrd="0" presId="urn:microsoft.com/office/officeart/2005/8/layout/vList2"/>
    <dgm:cxn modelId="{03CAA83D-405E-4E86-9DA3-5376B6DE6755}" type="presParOf" srcId="{D365C436-BBC6-4655-9082-E633778D68D7}" destId="{D83C983C-5B20-41A5-99A7-46E5397B7205}" srcOrd="4" destOrd="0" presId="urn:microsoft.com/office/officeart/2005/8/layout/vList2"/>
    <dgm:cxn modelId="{027546D6-7A76-46A9-B97C-2A83AC6B1466}" type="presParOf" srcId="{D365C436-BBC6-4655-9082-E633778D68D7}" destId="{70673B07-CEF5-4203-9742-5DB53C563C42}" srcOrd="5" destOrd="0" presId="urn:microsoft.com/office/officeart/2005/8/layout/vList2"/>
    <dgm:cxn modelId="{319D7EAC-1E51-4294-95F8-EA5E35FD5311}" type="presParOf" srcId="{D365C436-BBC6-4655-9082-E633778D68D7}" destId="{102E0F8E-08B5-462C-9A76-955406ED52DF}" srcOrd="6" destOrd="0" presId="urn:microsoft.com/office/officeart/2005/8/layout/vList2"/>
    <dgm:cxn modelId="{1B4837C6-6BE8-4712-AE31-773FCADEB6BE}" type="presParOf" srcId="{D365C436-BBC6-4655-9082-E633778D68D7}" destId="{645FFE9E-C73E-4665-A7E1-C8F6F09E4BCA}" srcOrd="7" destOrd="0" presId="urn:microsoft.com/office/officeart/2005/8/layout/vList2"/>
    <dgm:cxn modelId="{94623F56-6E41-4D2C-B69A-4377A7CE18E1}" type="presParOf" srcId="{D365C436-BBC6-4655-9082-E633778D68D7}" destId="{0E1B0226-9D64-4FF6-8387-2038B1C6F8C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2DF72C-7C60-401E-99E1-2D278A0BABFC}" type="doc">
      <dgm:prSet loTypeId="urn:microsoft.com/office/officeart/2005/8/layout/cycle1" loCatId="cycle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75065490-6E5D-4FFD-A685-23AA6D678AD4}">
      <dgm:prSet/>
      <dgm:spPr/>
      <dgm:t>
        <a:bodyPr/>
        <a:lstStyle/>
        <a:p>
          <a:r>
            <a:rPr lang="en-US"/>
            <a:t>• Добавяне и преглед на бакшиши</a:t>
          </a:r>
        </a:p>
      </dgm:t>
    </dgm:pt>
    <dgm:pt modelId="{5E5EE073-A203-49A0-B80B-6ED1EB9466D5}" type="parTrans" cxnId="{737BFC85-2121-44C9-897F-AFA6E319F795}">
      <dgm:prSet/>
      <dgm:spPr/>
      <dgm:t>
        <a:bodyPr/>
        <a:lstStyle/>
        <a:p>
          <a:endParaRPr lang="en-US"/>
        </a:p>
      </dgm:t>
    </dgm:pt>
    <dgm:pt modelId="{F7C9F20C-67E1-4F9B-A854-1CDE898ED015}" type="sibTrans" cxnId="{737BFC85-2121-44C9-897F-AFA6E319F795}">
      <dgm:prSet/>
      <dgm:spPr/>
      <dgm:t>
        <a:bodyPr/>
        <a:lstStyle/>
        <a:p>
          <a:endParaRPr lang="en-US"/>
        </a:p>
      </dgm:t>
    </dgm:pt>
    <dgm:pt modelId="{E79F5972-81A0-4051-90AE-D70D47B4C5F9}">
      <dgm:prSet/>
      <dgm:spPr/>
      <dgm:t>
        <a:bodyPr/>
        <a:lstStyle/>
        <a:p>
          <a:r>
            <a:rPr lang="en-US"/>
            <a:t>• Дневна сума + обобщение по дни</a:t>
          </a:r>
        </a:p>
      </dgm:t>
    </dgm:pt>
    <dgm:pt modelId="{A4FE861A-AE4D-437C-8F20-6221EFC71901}" type="parTrans" cxnId="{DD4CBB8C-5CD0-46F5-B117-94F7B2A8FDC2}">
      <dgm:prSet/>
      <dgm:spPr/>
      <dgm:t>
        <a:bodyPr/>
        <a:lstStyle/>
        <a:p>
          <a:endParaRPr lang="en-US"/>
        </a:p>
      </dgm:t>
    </dgm:pt>
    <dgm:pt modelId="{5041E0E9-5A6D-4984-ACC9-A77CB8316FC8}" type="sibTrans" cxnId="{DD4CBB8C-5CD0-46F5-B117-94F7B2A8FDC2}">
      <dgm:prSet/>
      <dgm:spPr/>
      <dgm:t>
        <a:bodyPr/>
        <a:lstStyle/>
        <a:p>
          <a:endParaRPr lang="en-US"/>
        </a:p>
      </dgm:t>
    </dgm:pt>
    <dgm:pt modelId="{3E1634F7-E07A-4D99-BB02-AFA67DAC2078}">
      <dgm:prSet/>
      <dgm:spPr/>
      <dgm:t>
        <a:bodyPr/>
        <a:lstStyle/>
        <a:p>
          <a:r>
            <a:rPr lang="en-US"/>
            <a:t>• Персистентни данни (Room)</a:t>
          </a:r>
        </a:p>
      </dgm:t>
    </dgm:pt>
    <dgm:pt modelId="{C2B456D7-A1ED-41F0-BFC2-0E1E48829993}" type="parTrans" cxnId="{F84D0A71-DF92-4F38-B4BF-05647055B00A}">
      <dgm:prSet/>
      <dgm:spPr/>
      <dgm:t>
        <a:bodyPr/>
        <a:lstStyle/>
        <a:p>
          <a:endParaRPr lang="en-US"/>
        </a:p>
      </dgm:t>
    </dgm:pt>
    <dgm:pt modelId="{9DB599E5-8D87-4E43-82E2-797A1B89F589}" type="sibTrans" cxnId="{F84D0A71-DF92-4F38-B4BF-05647055B00A}">
      <dgm:prSet/>
      <dgm:spPr/>
      <dgm:t>
        <a:bodyPr/>
        <a:lstStyle/>
        <a:p>
          <a:endParaRPr lang="en-US"/>
        </a:p>
      </dgm:t>
    </dgm:pt>
    <dgm:pt modelId="{AD2B6884-C880-4179-AEE0-4D6C9AE70F47}">
      <dgm:prSet/>
      <dgm:spPr/>
      <dgm:t>
        <a:bodyPr/>
        <a:lstStyle/>
        <a:p>
          <a:r>
            <a:rPr lang="en-US"/>
            <a:t>• 2 Unit теста + 1 Espresso UI тест</a:t>
          </a:r>
        </a:p>
      </dgm:t>
    </dgm:pt>
    <dgm:pt modelId="{08B51957-8A8F-42B0-AAB6-7CB292088B7C}" type="parTrans" cxnId="{F7F0586B-15B7-4778-8D22-A3CB6712A5DD}">
      <dgm:prSet/>
      <dgm:spPr/>
      <dgm:t>
        <a:bodyPr/>
        <a:lstStyle/>
        <a:p>
          <a:endParaRPr lang="en-US"/>
        </a:p>
      </dgm:t>
    </dgm:pt>
    <dgm:pt modelId="{47FEE85A-1A85-4381-BB02-3227F1916E88}" type="sibTrans" cxnId="{F7F0586B-15B7-4778-8D22-A3CB6712A5DD}">
      <dgm:prSet/>
      <dgm:spPr/>
      <dgm:t>
        <a:bodyPr/>
        <a:lstStyle/>
        <a:p>
          <a:endParaRPr lang="en-US"/>
        </a:p>
      </dgm:t>
    </dgm:pt>
    <dgm:pt modelId="{DCD266C1-A42D-48F0-AA7C-96B5DD0CE649}">
      <dgm:prSet/>
      <dgm:spPr/>
      <dgm:t>
        <a:bodyPr/>
        <a:lstStyle/>
        <a:p>
          <a:r>
            <a:rPr lang="en-US"/>
            <a:t>• APK готов за инсталация</a:t>
          </a:r>
        </a:p>
      </dgm:t>
    </dgm:pt>
    <dgm:pt modelId="{D71F502E-BAB2-4FE9-868E-A7CF28CE4B4A}" type="parTrans" cxnId="{7008E35B-2A7C-4587-93A2-76E647B6022C}">
      <dgm:prSet/>
      <dgm:spPr/>
      <dgm:t>
        <a:bodyPr/>
        <a:lstStyle/>
        <a:p>
          <a:endParaRPr lang="en-US"/>
        </a:p>
      </dgm:t>
    </dgm:pt>
    <dgm:pt modelId="{996B3D35-EFFC-41C5-A7B7-F6CFBB5C7686}" type="sibTrans" cxnId="{7008E35B-2A7C-4587-93A2-76E647B6022C}">
      <dgm:prSet/>
      <dgm:spPr/>
      <dgm:t>
        <a:bodyPr/>
        <a:lstStyle/>
        <a:p>
          <a:endParaRPr lang="en-US"/>
        </a:p>
      </dgm:t>
    </dgm:pt>
    <dgm:pt modelId="{CF4975DD-C59F-4739-BD7F-1BB13DC7FDFC}" type="pres">
      <dgm:prSet presAssocID="{722DF72C-7C60-401E-99E1-2D278A0BABFC}" presName="cycle" presStyleCnt="0">
        <dgm:presLayoutVars>
          <dgm:dir/>
          <dgm:resizeHandles val="exact"/>
        </dgm:presLayoutVars>
      </dgm:prSet>
      <dgm:spPr/>
    </dgm:pt>
    <dgm:pt modelId="{EFD51C30-C86D-4B07-BE04-9BE851E2BCED}" type="pres">
      <dgm:prSet presAssocID="{75065490-6E5D-4FFD-A685-23AA6D678AD4}" presName="dummy" presStyleCnt="0"/>
      <dgm:spPr/>
    </dgm:pt>
    <dgm:pt modelId="{81A5BBDE-E80D-46A7-80E1-0AFF190C2781}" type="pres">
      <dgm:prSet presAssocID="{75065490-6E5D-4FFD-A685-23AA6D678AD4}" presName="node" presStyleLbl="revTx" presStyleIdx="0" presStyleCnt="5">
        <dgm:presLayoutVars>
          <dgm:bulletEnabled val="1"/>
        </dgm:presLayoutVars>
      </dgm:prSet>
      <dgm:spPr/>
    </dgm:pt>
    <dgm:pt modelId="{6E5EF9B3-D4D4-4DED-876F-C1658F50218A}" type="pres">
      <dgm:prSet presAssocID="{F7C9F20C-67E1-4F9B-A854-1CDE898ED015}" presName="sibTrans" presStyleLbl="node1" presStyleIdx="0" presStyleCnt="5"/>
      <dgm:spPr/>
    </dgm:pt>
    <dgm:pt modelId="{10D586B3-FB6D-405D-BC1B-6CB5D47B5D29}" type="pres">
      <dgm:prSet presAssocID="{E79F5972-81A0-4051-90AE-D70D47B4C5F9}" presName="dummy" presStyleCnt="0"/>
      <dgm:spPr/>
    </dgm:pt>
    <dgm:pt modelId="{54D11527-6847-434B-A56A-824C0D57D531}" type="pres">
      <dgm:prSet presAssocID="{E79F5972-81A0-4051-90AE-D70D47B4C5F9}" presName="node" presStyleLbl="revTx" presStyleIdx="1" presStyleCnt="5">
        <dgm:presLayoutVars>
          <dgm:bulletEnabled val="1"/>
        </dgm:presLayoutVars>
      </dgm:prSet>
      <dgm:spPr/>
    </dgm:pt>
    <dgm:pt modelId="{9290962A-F032-49C3-97CB-A5367DCB896A}" type="pres">
      <dgm:prSet presAssocID="{5041E0E9-5A6D-4984-ACC9-A77CB8316FC8}" presName="sibTrans" presStyleLbl="node1" presStyleIdx="1" presStyleCnt="5"/>
      <dgm:spPr/>
    </dgm:pt>
    <dgm:pt modelId="{DE3CB40F-FA18-4164-A3B5-FBE6D98593AE}" type="pres">
      <dgm:prSet presAssocID="{3E1634F7-E07A-4D99-BB02-AFA67DAC2078}" presName="dummy" presStyleCnt="0"/>
      <dgm:spPr/>
    </dgm:pt>
    <dgm:pt modelId="{C8931496-F2EB-443D-BA0D-AA459E6E40C2}" type="pres">
      <dgm:prSet presAssocID="{3E1634F7-E07A-4D99-BB02-AFA67DAC2078}" presName="node" presStyleLbl="revTx" presStyleIdx="2" presStyleCnt="5">
        <dgm:presLayoutVars>
          <dgm:bulletEnabled val="1"/>
        </dgm:presLayoutVars>
      </dgm:prSet>
      <dgm:spPr/>
    </dgm:pt>
    <dgm:pt modelId="{CBA72C3F-D8B4-47DB-8BF8-F86DB4399AC2}" type="pres">
      <dgm:prSet presAssocID="{9DB599E5-8D87-4E43-82E2-797A1B89F589}" presName="sibTrans" presStyleLbl="node1" presStyleIdx="2" presStyleCnt="5"/>
      <dgm:spPr/>
    </dgm:pt>
    <dgm:pt modelId="{FCD1B0B0-6A05-4AA0-AB77-C3207FFC10D6}" type="pres">
      <dgm:prSet presAssocID="{AD2B6884-C880-4179-AEE0-4D6C9AE70F47}" presName="dummy" presStyleCnt="0"/>
      <dgm:spPr/>
    </dgm:pt>
    <dgm:pt modelId="{F1FBD00F-99A5-4222-9742-546C517877F2}" type="pres">
      <dgm:prSet presAssocID="{AD2B6884-C880-4179-AEE0-4D6C9AE70F47}" presName="node" presStyleLbl="revTx" presStyleIdx="3" presStyleCnt="5">
        <dgm:presLayoutVars>
          <dgm:bulletEnabled val="1"/>
        </dgm:presLayoutVars>
      </dgm:prSet>
      <dgm:spPr/>
    </dgm:pt>
    <dgm:pt modelId="{CFE0A3C0-2748-4E55-91EF-460D99B417B4}" type="pres">
      <dgm:prSet presAssocID="{47FEE85A-1A85-4381-BB02-3227F1916E88}" presName="sibTrans" presStyleLbl="node1" presStyleIdx="3" presStyleCnt="5"/>
      <dgm:spPr/>
    </dgm:pt>
    <dgm:pt modelId="{B3A417C6-33CC-4B74-944E-A7691996A364}" type="pres">
      <dgm:prSet presAssocID="{DCD266C1-A42D-48F0-AA7C-96B5DD0CE649}" presName="dummy" presStyleCnt="0"/>
      <dgm:spPr/>
    </dgm:pt>
    <dgm:pt modelId="{118987AB-9326-4BC1-B097-0AF7BF45687B}" type="pres">
      <dgm:prSet presAssocID="{DCD266C1-A42D-48F0-AA7C-96B5DD0CE649}" presName="node" presStyleLbl="revTx" presStyleIdx="4" presStyleCnt="5">
        <dgm:presLayoutVars>
          <dgm:bulletEnabled val="1"/>
        </dgm:presLayoutVars>
      </dgm:prSet>
      <dgm:spPr/>
    </dgm:pt>
    <dgm:pt modelId="{59E2F5AC-63A2-4267-A4E7-717F79F30D61}" type="pres">
      <dgm:prSet presAssocID="{996B3D35-EFFC-41C5-A7B7-F6CFBB5C7686}" presName="sibTrans" presStyleLbl="node1" presStyleIdx="4" presStyleCnt="5"/>
      <dgm:spPr/>
    </dgm:pt>
  </dgm:ptLst>
  <dgm:cxnLst>
    <dgm:cxn modelId="{E153B600-FAEB-4AAA-8F0A-EC64751F3D6B}" type="presOf" srcId="{996B3D35-EFFC-41C5-A7B7-F6CFBB5C7686}" destId="{59E2F5AC-63A2-4267-A4E7-717F79F30D61}" srcOrd="0" destOrd="0" presId="urn:microsoft.com/office/officeart/2005/8/layout/cycle1"/>
    <dgm:cxn modelId="{360D8122-1F58-4C80-86E3-E4BA266B6103}" type="presOf" srcId="{722DF72C-7C60-401E-99E1-2D278A0BABFC}" destId="{CF4975DD-C59F-4739-BD7F-1BB13DC7FDFC}" srcOrd="0" destOrd="0" presId="urn:microsoft.com/office/officeart/2005/8/layout/cycle1"/>
    <dgm:cxn modelId="{7008E35B-2A7C-4587-93A2-76E647B6022C}" srcId="{722DF72C-7C60-401E-99E1-2D278A0BABFC}" destId="{DCD266C1-A42D-48F0-AA7C-96B5DD0CE649}" srcOrd="4" destOrd="0" parTransId="{D71F502E-BAB2-4FE9-868E-A7CF28CE4B4A}" sibTransId="{996B3D35-EFFC-41C5-A7B7-F6CFBB5C7686}"/>
    <dgm:cxn modelId="{A81CC241-D799-4CA6-873D-141FCAFEEEA4}" type="presOf" srcId="{F7C9F20C-67E1-4F9B-A854-1CDE898ED015}" destId="{6E5EF9B3-D4D4-4DED-876F-C1658F50218A}" srcOrd="0" destOrd="0" presId="urn:microsoft.com/office/officeart/2005/8/layout/cycle1"/>
    <dgm:cxn modelId="{F7F0586B-15B7-4778-8D22-A3CB6712A5DD}" srcId="{722DF72C-7C60-401E-99E1-2D278A0BABFC}" destId="{AD2B6884-C880-4179-AEE0-4D6C9AE70F47}" srcOrd="3" destOrd="0" parTransId="{08B51957-8A8F-42B0-AAB6-7CB292088B7C}" sibTransId="{47FEE85A-1A85-4381-BB02-3227F1916E88}"/>
    <dgm:cxn modelId="{F84D0A71-DF92-4F38-B4BF-05647055B00A}" srcId="{722DF72C-7C60-401E-99E1-2D278A0BABFC}" destId="{3E1634F7-E07A-4D99-BB02-AFA67DAC2078}" srcOrd="2" destOrd="0" parTransId="{C2B456D7-A1ED-41F0-BFC2-0E1E48829993}" sibTransId="{9DB599E5-8D87-4E43-82E2-797A1B89F589}"/>
    <dgm:cxn modelId="{91010675-7BCA-4B58-A35F-E761A03932FA}" type="presOf" srcId="{3E1634F7-E07A-4D99-BB02-AFA67DAC2078}" destId="{C8931496-F2EB-443D-BA0D-AA459E6E40C2}" srcOrd="0" destOrd="0" presId="urn:microsoft.com/office/officeart/2005/8/layout/cycle1"/>
    <dgm:cxn modelId="{16654357-E296-4C1C-A5CD-DED88ACB42B1}" type="presOf" srcId="{75065490-6E5D-4FFD-A685-23AA6D678AD4}" destId="{81A5BBDE-E80D-46A7-80E1-0AFF190C2781}" srcOrd="0" destOrd="0" presId="urn:microsoft.com/office/officeart/2005/8/layout/cycle1"/>
    <dgm:cxn modelId="{E86AB378-D591-4B71-A967-25312CC367CC}" type="presOf" srcId="{9DB599E5-8D87-4E43-82E2-797A1B89F589}" destId="{CBA72C3F-D8B4-47DB-8BF8-F86DB4399AC2}" srcOrd="0" destOrd="0" presId="urn:microsoft.com/office/officeart/2005/8/layout/cycle1"/>
    <dgm:cxn modelId="{54CBAE7C-41BB-47B8-B050-7ADBC8B06FCC}" type="presOf" srcId="{5041E0E9-5A6D-4984-ACC9-A77CB8316FC8}" destId="{9290962A-F032-49C3-97CB-A5367DCB896A}" srcOrd="0" destOrd="0" presId="urn:microsoft.com/office/officeart/2005/8/layout/cycle1"/>
    <dgm:cxn modelId="{737BFC85-2121-44C9-897F-AFA6E319F795}" srcId="{722DF72C-7C60-401E-99E1-2D278A0BABFC}" destId="{75065490-6E5D-4FFD-A685-23AA6D678AD4}" srcOrd="0" destOrd="0" parTransId="{5E5EE073-A203-49A0-B80B-6ED1EB9466D5}" sibTransId="{F7C9F20C-67E1-4F9B-A854-1CDE898ED015}"/>
    <dgm:cxn modelId="{DD4CBB8C-5CD0-46F5-B117-94F7B2A8FDC2}" srcId="{722DF72C-7C60-401E-99E1-2D278A0BABFC}" destId="{E79F5972-81A0-4051-90AE-D70D47B4C5F9}" srcOrd="1" destOrd="0" parTransId="{A4FE861A-AE4D-437C-8F20-6221EFC71901}" sibTransId="{5041E0E9-5A6D-4984-ACC9-A77CB8316FC8}"/>
    <dgm:cxn modelId="{9F7CACAA-072C-42CE-9839-BC807E70A537}" type="presOf" srcId="{47FEE85A-1A85-4381-BB02-3227F1916E88}" destId="{CFE0A3C0-2748-4E55-91EF-460D99B417B4}" srcOrd="0" destOrd="0" presId="urn:microsoft.com/office/officeart/2005/8/layout/cycle1"/>
    <dgm:cxn modelId="{DED863CD-9C49-4104-93DB-F768A562D454}" type="presOf" srcId="{E79F5972-81A0-4051-90AE-D70D47B4C5F9}" destId="{54D11527-6847-434B-A56A-824C0D57D531}" srcOrd="0" destOrd="0" presId="urn:microsoft.com/office/officeart/2005/8/layout/cycle1"/>
    <dgm:cxn modelId="{9328F9E6-73C5-4292-B580-DB1C8D7280DE}" type="presOf" srcId="{DCD266C1-A42D-48F0-AA7C-96B5DD0CE649}" destId="{118987AB-9326-4BC1-B097-0AF7BF45687B}" srcOrd="0" destOrd="0" presId="urn:microsoft.com/office/officeart/2005/8/layout/cycle1"/>
    <dgm:cxn modelId="{A2D1ADF7-6DBB-4D10-ACF0-7D9CFE82B663}" type="presOf" srcId="{AD2B6884-C880-4179-AEE0-4D6C9AE70F47}" destId="{F1FBD00F-99A5-4222-9742-546C517877F2}" srcOrd="0" destOrd="0" presId="urn:microsoft.com/office/officeart/2005/8/layout/cycle1"/>
    <dgm:cxn modelId="{B57F2EFD-FD17-4CAA-9D9C-149021A35967}" type="presParOf" srcId="{CF4975DD-C59F-4739-BD7F-1BB13DC7FDFC}" destId="{EFD51C30-C86D-4B07-BE04-9BE851E2BCED}" srcOrd="0" destOrd="0" presId="urn:microsoft.com/office/officeart/2005/8/layout/cycle1"/>
    <dgm:cxn modelId="{618C9519-59E2-42F2-A9F2-1468D97AF21D}" type="presParOf" srcId="{CF4975DD-C59F-4739-BD7F-1BB13DC7FDFC}" destId="{81A5BBDE-E80D-46A7-80E1-0AFF190C2781}" srcOrd="1" destOrd="0" presId="urn:microsoft.com/office/officeart/2005/8/layout/cycle1"/>
    <dgm:cxn modelId="{76176670-7C4C-4DCD-BDAC-8011480A4AF9}" type="presParOf" srcId="{CF4975DD-C59F-4739-BD7F-1BB13DC7FDFC}" destId="{6E5EF9B3-D4D4-4DED-876F-C1658F50218A}" srcOrd="2" destOrd="0" presId="urn:microsoft.com/office/officeart/2005/8/layout/cycle1"/>
    <dgm:cxn modelId="{76F0C4BC-3BF0-4CDD-8E60-5A2BB2DEF7A0}" type="presParOf" srcId="{CF4975DD-C59F-4739-BD7F-1BB13DC7FDFC}" destId="{10D586B3-FB6D-405D-BC1B-6CB5D47B5D29}" srcOrd="3" destOrd="0" presId="urn:microsoft.com/office/officeart/2005/8/layout/cycle1"/>
    <dgm:cxn modelId="{84D2C457-1F1A-4E5C-9C99-8F266DB6E072}" type="presParOf" srcId="{CF4975DD-C59F-4739-BD7F-1BB13DC7FDFC}" destId="{54D11527-6847-434B-A56A-824C0D57D531}" srcOrd="4" destOrd="0" presId="urn:microsoft.com/office/officeart/2005/8/layout/cycle1"/>
    <dgm:cxn modelId="{A440C90A-AC3C-49A5-9A25-B728523EACBF}" type="presParOf" srcId="{CF4975DD-C59F-4739-BD7F-1BB13DC7FDFC}" destId="{9290962A-F032-49C3-97CB-A5367DCB896A}" srcOrd="5" destOrd="0" presId="urn:microsoft.com/office/officeart/2005/8/layout/cycle1"/>
    <dgm:cxn modelId="{E633E31F-50B0-4497-A03C-FDF930795521}" type="presParOf" srcId="{CF4975DD-C59F-4739-BD7F-1BB13DC7FDFC}" destId="{DE3CB40F-FA18-4164-A3B5-FBE6D98593AE}" srcOrd="6" destOrd="0" presId="urn:microsoft.com/office/officeart/2005/8/layout/cycle1"/>
    <dgm:cxn modelId="{0422847F-21A4-4DEC-B9B6-1BAED9092E58}" type="presParOf" srcId="{CF4975DD-C59F-4739-BD7F-1BB13DC7FDFC}" destId="{C8931496-F2EB-443D-BA0D-AA459E6E40C2}" srcOrd="7" destOrd="0" presId="urn:microsoft.com/office/officeart/2005/8/layout/cycle1"/>
    <dgm:cxn modelId="{7905D390-0FA1-43D0-AFD1-CA3144258A2C}" type="presParOf" srcId="{CF4975DD-C59F-4739-BD7F-1BB13DC7FDFC}" destId="{CBA72C3F-D8B4-47DB-8BF8-F86DB4399AC2}" srcOrd="8" destOrd="0" presId="urn:microsoft.com/office/officeart/2005/8/layout/cycle1"/>
    <dgm:cxn modelId="{BFE158A3-8DFA-452B-8B42-9D5BD3C24F27}" type="presParOf" srcId="{CF4975DD-C59F-4739-BD7F-1BB13DC7FDFC}" destId="{FCD1B0B0-6A05-4AA0-AB77-C3207FFC10D6}" srcOrd="9" destOrd="0" presId="urn:microsoft.com/office/officeart/2005/8/layout/cycle1"/>
    <dgm:cxn modelId="{222922B5-E4F9-441D-B46D-F850A4DBDCFB}" type="presParOf" srcId="{CF4975DD-C59F-4739-BD7F-1BB13DC7FDFC}" destId="{F1FBD00F-99A5-4222-9742-546C517877F2}" srcOrd="10" destOrd="0" presId="urn:microsoft.com/office/officeart/2005/8/layout/cycle1"/>
    <dgm:cxn modelId="{F1FB00B0-0EEB-4C47-BF04-7EC3B2A48DA4}" type="presParOf" srcId="{CF4975DD-C59F-4739-BD7F-1BB13DC7FDFC}" destId="{CFE0A3C0-2748-4E55-91EF-460D99B417B4}" srcOrd="11" destOrd="0" presId="urn:microsoft.com/office/officeart/2005/8/layout/cycle1"/>
    <dgm:cxn modelId="{BC2519FA-C58C-40B4-BAB4-9F244850E12C}" type="presParOf" srcId="{CF4975DD-C59F-4739-BD7F-1BB13DC7FDFC}" destId="{B3A417C6-33CC-4B74-944E-A7691996A364}" srcOrd="12" destOrd="0" presId="urn:microsoft.com/office/officeart/2005/8/layout/cycle1"/>
    <dgm:cxn modelId="{C668E766-0F85-4F34-8067-AAFEF9FE0A90}" type="presParOf" srcId="{CF4975DD-C59F-4739-BD7F-1BB13DC7FDFC}" destId="{118987AB-9326-4BC1-B097-0AF7BF45687B}" srcOrd="13" destOrd="0" presId="urn:microsoft.com/office/officeart/2005/8/layout/cycle1"/>
    <dgm:cxn modelId="{B9FD2371-1B4D-423E-AD88-E8C6E3982998}" type="presParOf" srcId="{CF4975DD-C59F-4739-BD7F-1BB13DC7FDFC}" destId="{59E2F5AC-63A2-4267-A4E7-717F79F30D61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3CC54E-6989-462F-AAF5-E29E15A9867A}">
      <dsp:nvSpPr>
        <dsp:cNvPr id="0" name=""/>
        <dsp:cNvSpPr/>
      </dsp:nvSpPr>
      <dsp:spPr>
        <a:xfrm>
          <a:off x="0" y="625502"/>
          <a:ext cx="5000124" cy="79450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MVVM + Repository</a:t>
          </a:r>
        </a:p>
      </dsp:txBody>
      <dsp:txXfrm>
        <a:off x="38784" y="664286"/>
        <a:ext cx="4922556" cy="716935"/>
      </dsp:txXfrm>
    </dsp:sp>
    <dsp:sp modelId="{15A247BD-6929-4F9F-BC2B-4D79CB29AFBE}">
      <dsp:nvSpPr>
        <dsp:cNvPr id="0" name=""/>
        <dsp:cNvSpPr/>
      </dsp:nvSpPr>
      <dsp:spPr>
        <a:xfrm>
          <a:off x="0" y="1477605"/>
          <a:ext cx="5000124" cy="794503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Room Database (Tip Entity, TipDao, TipRepository)</a:t>
          </a:r>
        </a:p>
      </dsp:txBody>
      <dsp:txXfrm>
        <a:off x="38784" y="1516389"/>
        <a:ext cx="4922556" cy="716935"/>
      </dsp:txXfrm>
    </dsp:sp>
    <dsp:sp modelId="{D83C983C-5B20-41A5-99A7-46E5397B7205}">
      <dsp:nvSpPr>
        <dsp:cNvPr id="0" name=""/>
        <dsp:cNvSpPr/>
      </dsp:nvSpPr>
      <dsp:spPr>
        <a:xfrm>
          <a:off x="0" y="2329708"/>
          <a:ext cx="5000124" cy="79450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Activities: Home, Add Tip, Daily Summary</a:t>
          </a:r>
        </a:p>
      </dsp:txBody>
      <dsp:txXfrm>
        <a:off x="38784" y="2368492"/>
        <a:ext cx="4922556" cy="716935"/>
      </dsp:txXfrm>
    </dsp:sp>
    <dsp:sp modelId="{102E0F8E-08B5-462C-9A76-955406ED52DF}">
      <dsp:nvSpPr>
        <dsp:cNvPr id="0" name=""/>
        <dsp:cNvSpPr/>
      </dsp:nvSpPr>
      <dsp:spPr>
        <a:xfrm>
          <a:off x="0" y="3181811"/>
          <a:ext cx="5000124" cy="79450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ViewModel-и: HomeViewModel, AddTipViewModel, DailySummaryViewModel</a:t>
          </a:r>
        </a:p>
      </dsp:txBody>
      <dsp:txXfrm>
        <a:off x="38784" y="3220595"/>
        <a:ext cx="4922556" cy="716935"/>
      </dsp:txXfrm>
    </dsp:sp>
    <dsp:sp modelId="{0E1B0226-9D64-4FF6-8387-2038B1C6F8CF}">
      <dsp:nvSpPr>
        <dsp:cNvPr id="0" name=""/>
        <dsp:cNvSpPr/>
      </dsp:nvSpPr>
      <dsp:spPr>
        <a:xfrm>
          <a:off x="0" y="4033914"/>
          <a:ext cx="5000124" cy="794503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Автоматично обновяване чрез LiveData &amp; Flow</a:t>
          </a:r>
        </a:p>
      </dsp:txBody>
      <dsp:txXfrm>
        <a:off x="38784" y="4072698"/>
        <a:ext cx="4922556" cy="716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5BBDE-E80D-46A7-80E1-0AFF190C2781}">
      <dsp:nvSpPr>
        <dsp:cNvPr id="0" name=""/>
        <dsp:cNvSpPr/>
      </dsp:nvSpPr>
      <dsp:spPr>
        <a:xfrm>
          <a:off x="4458144" y="32156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Добавяне и преглед на бакшиши</a:t>
          </a:r>
        </a:p>
      </dsp:txBody>
      <dsp:txXfrm>
        <a:off x="4458144" y="32156"/>
        <a:ext cx="1076334" cy="1076334"/>
      </dsp:txXfrm>
    </dsp:sp>
    <dsp:sp modelId="{6E5EF9B3-D4D4-4DED-876F-C1658F50218A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21293789"/>
            <a:gd name="adj4" fmla="val 19765760"/>
            <a:gd name="adj5" fmla="val 6065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4D11527-6847-434B-A56A-824C0D57D531}">
      <dsp:nvSpPr>
        <dsp:cNvPr id="0" name=""/>
        <dsp:cNvSpPr/>
      </dsp:nvSpPr>
      <dsp:spPr>
        <a:xfrm>
          <a:off x="5108910" y="203500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Дневна сума + обобщение по дни</a:t>
          </a:r>
        </a:p>
      </dsp:txBody>
      <dsp:txXfrm>
        <a:off x="5108910" y="2035008"/>
        <a:ext cx="1076334" cy="1076334"/>
      </dsp:txXfrm>
    </dsp:sp>
    <dsp:sp modelId="{9290962A-F032-49C3-97CB-A5367DCB896A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4015265"/>
            <a:gd name="adj4" fmla="val 2252912"/>
            <a:gd name="adj5" fmla="val 6065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8931496-F2EB-443D-BA0D-AA459E6E40C2}">
      <dsp:nvSpPr>
        <dsp:cNvPr id="0" name=""/>
        <dsp:cNvSpPr/>
      </dsp:nvSpPr>
      <dsp:spPr>
        <a:xfrm>
          <a:off x="3405182" y="327283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Персистентни данни (Room)</a:t>
          </a:r>
        </a:p>
      </dsp:txBody>
      <dsp:txXfrm>
        <a:off x="3405182" y="3272838"/>
        <a:ext cx="1076334" cy="1076334"/>
      </dsp:txXfrm>
    </dsp:sp>
    <dsp:sp modelId="{CBA72C3F-D8B4-47DB-8BF8-F86DB4399AC2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8211309"/>
            <a:gd name="adj4" fmla="val 6448956"/>
            <a:gd name="adj5" fmla="val 6065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1FBD00F-99A5-4222-9742-546C517877F2}">
      <dsp:nvSpPr>
        <dsp:cNvPr id="0" name=""/>
        <dsp:cNvSpPr/>
      </dsp:nvSpPr>
      <dsp:spPr>
        <a:xfrm>
          <a:off x="1701455" y="203500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2 Unit теста + 1 Espresso UI тест</a:t>
          </a:r>
        </a:p>
      </dsp:txBody>
      <dsp:txXfrm>
        <a:off x="1701455" y="2035008"/>
        <a:ext cx="1076334" cy="1076334"/>
      </dsp:txXfrm>
    </dsp:sp>
    <dsp:sp modelId="{CFE0A3C0-2748-4E55-91EF-460D99B417B4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12298462"/>
            <a:gd name="adj4" fmla="val 10770432"/>
            <a:gd name="adj5" fmla="val 6065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18987AB-9326-4BC1-B097-0AF7BF45687B}">
      <dsp:nvSpPr>
        <dsp:cNvPr id="0" name=""/>
        <dsp:cNvSpPr/>
      </dsp:nvSpPr>
      <dsp:spPr>
        <a:xfrm>
          <a:off x="2352221" y="32156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APK готов за инсталация</a:t>
          </a:r>
        </a:p>
      </dsp:txBody>
      <dsp:txXfrm>
        <a:off x="2352221" y="32156"/>
        <a:ext cx="1076334" cy="1076334"/>
      </dsp:txXfrm>
    </dsp:sp>
    <dsp:sp modelId="{59E2F5AC-63A2-4267-A4E7-717F79F30D61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16866252"/>
            <a:gd name="adj4" fmla="val 15197969"/>
            <a:gd name="adj5" fmla="val 6065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925" y="818984"/>
            <a:ext cx="5036024" cy="3178689"/>
          </a:xfrm>
        </p:spPr>
        <p:txBody>
          <a:bodyPr>
            <a:normAutofit/>
          </a:bodyPr>
          <a:lstStyle/>
          <a:p>
            <a:pPr algn="l"/>
            <a:r>
              <a:rPr lang="en-US" sz="4200" dirty="0" err="1">
                <a:solidFill>
                  <a:srgbClr val="FFFFFF"/>
                </a:solidFill>
              </a:rPr>
              <a:t>TipTracker</a:t>
            </a:r>
            <a:r>
              <a:rPr lang="bg-BG" sz="4200" dirty="0">
                <a:solidFill>
                  <a:srgbClr val="FFFFFF"/>
                </a:solidFill>
              </a:rPr>
              <a:t>  – Курсов Проект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4047" y="4960961"/>
            <a:ext cx="5291920" cy="1078054"/>
          </a:xfrm>
        </p:spPr>
        <p:txBody>
          <a:bodyPr>
            <a:normAutofit/>
          </a:bodyPr>
          <a:lstStyle/>
          <a:p>
            <a:pPr algn="l"/>
            <a:r>
              <a:rPr lang="bg-BG">
                <a:solidFill>
                  <a:srgbClr val="FFFFFF"/>
                </a:solidFill>
              </a:rPr>
              <a:t>Мобилни приложения • </a:t>
            </a:r>
            <a:r>
              <a:rPr lang="en-US">
                <a:solidFill>
                  <a:srgbClr val="FFFFFF"/>
                </a:solidFill>
              </a:rPr>
              <a:t>MobileApps2025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bg-BG" sz="3200">
                <a:solidFill>
                  <a:srgbClr val="FFFFFF"/>
                </a:solidFill>
              </a:rPr>
              <a:t>Архитектура и Основни Компоненти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CC037D-466D-81F3-112F-78D6F0218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78180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36B973-1C37-55B7-2C6A-9EF962A9EF2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5271" r="5728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Функционалности и Тестове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D95FA7-8993-0CD7-4447-BC10646D4E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03210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</Words>
  <Application>Microsoft Office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TipTracker  – Курсов Проект</vt:lpstr>
      <vt:lpstr>Архитектура и Основни Компоненти</vt:lpstr>
      <vt:lpstr>Функционалности и Тестове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Cvetan Banchev</cp:lastModifiedBy>
  <cp:revision>3</cp:revision>
  <dcterms:created xsi:type="dcterms:W3CDTF">2013-01-27T09:14:16Z</dcterms:created>
  <dcterms:modified xsi:type="dcterms:W3CDTF">2025-12-01T20:18:38Z</dcterms:modified>
  <cp:category/>
</cp:coreProperties>
</file>